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57" r:id="rId3"/>
    <p:sldId id="258" r:id="rId4"/>
    <p:sldId id="323" r:id="rId5"/>
  </p:sldIdLst>
  <p:sldSz cx="9144000" cy="5143500" type="screen16x9"/>
  <p:notesSz cx="6858000" cy="9144000"/>
  <p:embeddedFontLst>
    <p:embeddedFont>
      <p:font typeface="Josefin Sans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0EC36E-2BDE-483F-AFAA-11CC0E33343B}">
  <a:tblStyle styleId="{0F0EC36E-2BDE-483F-AFAA-11CC0E33343B}" styleName="Table_0"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3E5E8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3797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04C7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1D7547-5635-44BB-97E2-D03E0782202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7296198-F28D-4970-990A-6EC3F2CE98EB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DF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2F0156-1D60-4D5E-ABAA-4BB758E7B43A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 varScale="1">
        <p:scale>
          <a:sx n="62" d="100"/>
          <a:sy n="62" d="100"/>
        </p:scale>
        <p:origin x="176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68fba3e7a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2b68fba3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裏紙">
  <p:cSld name="裏紙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>
              <a:solidFill>
                <a:srgbClr val="EC6739"/>
              </a:solidFill>
            </a:endParaRPr>
          </a:p>
        </p:txBody>
      </p:sp>
      <p:pic>
        <p:nvPicPr>
          <p:cNvPr id="43" name="Google Shape;43;p7" descr="header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/>
          <p:nvPr/>
        </p:nvSpPr>
        <p:spPr>
          <a:xfrm>
            <a:off x="7827649" y="4710559"/>
            <a:ext cx="10497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osefin Sans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CONFIDENTIAL</a:t>
            </a:r>
            <a:endParaRPr sz="500"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3998500" y="2278375"/>
            <a:ext cx="3776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&amp;サブタイトル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EC673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968510" y="2560591"/>
            <a:ext cx="1206900" cy="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marL="274320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3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>
              <a:solidFill>
                <a:srgbClr val="EC6739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ページ番号+タイトル社外秘">
  <p:cSld name="ページ番号+タイトル社外秘">
    <p:bg>
      <p:bgPr>
        <a:solidFill>
          <a:srgbClr val="EC6739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EC673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3968510" y="2531015"/>
            <a:ext cx="1206900" cy="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85775" y="510400"/>
            <a:ext cx="80664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None/>
              <a:defRPr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85763" y="338138"/>
            <a:ext cx="4921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grpSp>
        <p:nvGrpSpPr>
          <p:cNvPr id="33" name="Google Shape;33;p5"/>
          <p:cNvGrpSpPr/>
          <p:nvPr/>
        </p:nvGrpSpPr>
        <p:grpSpPr>
          <a:xfrm>
            <a:off x="7736541" y="4650084"/>
            <a:ext cx="1207013" cy="298238"/>
            <a:chOff x="0" y="0"/>
            <a:chExt cx="3218700" cy="795300"/>
          </a:xfrm>
        </p:grpSpPr>
        <p:sp>
          <p:nvSpPr>
            <p:cNvPr id="34" name="Google Shape;34;p5"/>
            <p:cNvSpPr/>
            <p:nvPr/>
          </p:nvSpPr>
          <p:spPr>
            <a:xfrm>
              <a:off x="0" y="0"/>
              <a:ext cx="3218700" cy="795300"/>
            </a:xfrm>
            <a:prstGeom prst="roundRect">
              <a:avLst>
                <a:gd name="adj" fmla="val 18750"/>
              </a:avLst>
            </a:prstGeom>
            <a:solidFill>
              <a:srgbClr val="EC673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 txBox="1"/>
            <p:nvPr/>
          </p:nvSpPr>
          <p:spPr>
            <a:xfrm>
              <a:off x="242954" y="161266"/>
              <a:ext cx="2799000" cy="44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Josefin Sans"/>
                <a:buNone/>
              </a:pPr>
              <a:r>
                <a:rPr lang="en-US" sz="800" b="1" i="0" u="none" strike="noStrike" cap="none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CONFIDENTIAL</a:t>
              </a:r>
              <a:endParaRPr sz="500"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300" b="1" i="1" u="none" strike="noStrike" cap="none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表紙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EC673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1" r:id="rId3"/>
    <p:sldLayoutId id="214748364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1</a:t>
            </a:fld>
            <a:endParaRPr sz="2100" dirty="0"/>
          </a:p>
        </p:txBody>
      </p:sp>
      <p:pic>
        <p:nvPicPr>
          <p:cNvPr id="85" name="Google Shape;85;p11" descr="header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1"/>
          <p:cNvSpPr txBox="1"/>
          <p:nvPr/>
        </p:nvSpPr>
        <p:spPr>
          <a:xfrm>
            <a:off x="3998500" y="2240900"/>
            <a:ext cx="47661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lang="en-US" sz="1600" b="1" dirty="0" err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株式会社〇〇御中</a:t>
            </a:r>
            <a:endParaRPr sz="1600" b="1" dirty="0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lang="en-US" sz="1600" b="1" dirty="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ご提案資料20△△/□□</a:t>
            </a:r>
            <a:endParaRPr sz="1600" b="1" dirty="0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7591399" y="4784173"/>
            <a:ext cx="14103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Josefi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CONFIDENTIAL</a:t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CHAPTER</a:t>
            </a:r>
            <a:endParaRPr sz="2500" dirty="0"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章</a:t>
            </a:r>
            <a:endParaRPr dirty="0"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2</a:t>
            </a:fld>
            <a:endParaRPr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385775" y="510400"/>
            <a:ext cx="80664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633A"/>
              </a:buClr>
              <a:buSzPts val="2300"/>
              <a:buFont typeface="Josefin Sans"/>
              <a:buNone/>
            </a:pPr>
            <a:r>
              <a:rPr lang="en-US" dirty="0" err="1">
                <a:solidFill>
                  <a:srgbClr val="434343"/>
                </a:solidFill>
              </a:rPr>
              <a:t>見出し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385763" y="338138"/>
            <a:ext cx="4921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A633A"/>
              </a:buClr>
              <a:buSzPts val="1100"/>
              <a:buFont typeface="Arial"/>
              <a:buNone/>
            </a:pPr>
            <a:r>
              <a:rPr lang="en-US">
                <a:solidFill>
                  <a:srgbClr val="434343"/>
                </a:solidFill>
              </a:rPr>
              <a:t>ご提案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3</a:t>
            </a:fld>
            <a:endParaRPr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8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4</a:t>
            </a:fld>
            <a:endParaRPr sz="2100" dirty="0"/>
          </a:p>
        </p:txBody>
      </p:sp>
      <p:pic>
        <p:nvPicPr>
          <p:cNvPr id="1133" name="Google Shape;1133;p78" descr="header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78"/>
          <p:cNvSpPr txBox="1"/>
          <p:nvPr/>
        </p:nvSpPr>
        <p:spPr>
          <a:xfrm>
            <a:off x="2848356" y="2278389"/>
            <a:ext cx="34473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lang="en-US" sz="16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Fin.</a:t>
            </a:r>
            <a:endParaRPr sz="1600" b="1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nd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EC6739"/>
      </a:accent1>
      <a:accent2>
        <a:srgbClr val="1F4E79"/>
      </a:accent2>
      <a:accent3>
        <a:srgbClr val="5E8B7E"/>
      </a:accent3>
      <a:accent4>
        <a:srgbClr val="C25450"/>
      </a:accent4>
      <a:accent5>
        <a:srgbClr val="B0851B"/>
      </a:accent5>
      <a:accent6>
        <a:srgbClr val="6B6B6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Macintosh PowerPoint</Application>
  <PresentationFormat>画面に合わせる (16:9)</PresentationFormat>
  <Paragraphs>12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Josefin Sans</vt:lpstr>
      <vt:lpstr>Arial</vt:lpstr>
      <vt:lpstr>Brand</vt:lpstr>
      <vt:lpstr>PowerPoint プレゼンテーション</vt:lpstr>
      <vt:lpstr>CHAPTER</vt:lpstr>
      <vt:lpstr>見出し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slide-generator</cp:lastModifiedBy>
  <cp:revision>7</cp:revision>
  <dcterms:modified xsi:type="dcterms:W3CDTF">2026-05-05T16:29:50Z</dcterms:modified>
</cp:coreProperties>
</file>